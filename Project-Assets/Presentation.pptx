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1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10A64-636B-E49F-C2AD-0DCDBD84B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4427BF-DA7F-B8FA-EC09-2CA8DAD10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A3C8D-B371-82D0-D7B2-641E063F3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9CC7-28CF-40B7-B16B-A67430AD0C0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73FD4-CA95-036E-DA64-64E5DF6A2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68A3D-FA33-D3F9-DF15-854A6755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1C24-6E7E-4977-ABA0-3697EC6A9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712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F6C5-623F-32E9-92F7-BB692C777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74BBD-A69D-E7F8-6443-6EEBE3798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D859D-FAD6-4F16-EAB4-AE3D1A76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9CC7-28CF-40B7-B16B-A67430AD0C0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CA3D6-9190-E4A3-00DE-E5A32E0AB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8F0E2-56D1-0A11-65C9-36D4855D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1C24-6E7E-4977-ABA0-3697EC6A9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98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E4670-7BFC-037A-9D3B-0714E249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369CE-8077-2D4B-D206-1D6F165EB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918D5-E12C-54C5-B570-15918E4E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9CC7-28CF-40B7-B16B-A67430AD0C0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387C7-98CE-77D1-A58C-F13EA15B1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D69F5-EE2B-3ED8-2013-E2DC7A62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1C24-6E7E-4977-ABA0-3697EC6A9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449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EE96-E736-264E-1D33-09760FFC0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26803-D60E-E39D-86CC-67DA34FF5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DB0AE-BB2E-F148-D901-E2D972D45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2CA50-A1CD-9139-9B90-752E6F32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9CC7-28CF-40B7-B16B-A67430AD0C0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6726A-1C5F-4042-0841-72F614A8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3FAED-475D-3E37-84BF-3DDC70BE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1C24-6E7E-4977-ABA0-3697EC6A9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43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3018F-832E-84BF-70AD-97094CDA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1C8D3-157F-E395-EFE5-FB4EDC675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982EA-52EF-C154-1E66-510F4746D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04BFD-B2F9-4505-07AE-61ECB0CF7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D9763-CD4D-DB6A-B863-3017DAA1A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22DAB9-107F-3396-AD4F-A19E417E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9CC7-28CF-40B7-B16B-A67430AD0C0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AA9710-31C8-1FC6-4388-8984FCC1D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6A8006-41ED-5FEC-09A4-6C776B18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1C24-6E7E-4977-ABA0-3697EC6A9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905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8477-BD47-3699-D451-BF2A9B98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4E2E7-00CE-1A3A-A564-2F29873B3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9CC7-28CF-40B7-B16B-A67430AD0C0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39DD3-FE66-734E-C383-9E8E4C90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0E229-1704-8AA4-B47B-8AEE9829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1C24-6E7E-4977-ABA0-3697EC6A9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729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E297F-C844-471D-6DE5-B30ED2AB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9CC7-28CF-40B7-B16B-A67430AD0C0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EBE0FB-99B8-A293-F43D-A594A82E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CAA0F-77C3-BA6F-BD51-55A2B6D1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1C24-6E7E-4977-ABA0-3697EC6A9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070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CA4A3-CA2E-6CC4-E2E2-DC58ACF24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3AECA-3C6A-953B-0C33-DD9F95866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DC45D-1BE4-E40A-705F-5BF3D57D2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0D120-0E93-B529-3BAC-47C8F30E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9CC7-28CF-40B7-B16B-A67430AD0C0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447BF-47C9-9A99-8FC3-D6C9CD5E2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CD69D-AF7D-5DE5-E441-533212D4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1C24-6E7E-4977-ABA0-3697EC6A9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92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2515-CBE6-4165-B339-2F36EF7EF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050568-77E7-B8F0-09F6-9638D5960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DEC93-0C81-49CC-4F56-B8C546FA5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7CE24-16F9-2623-218C-82B403C3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9CC7-28CF-40B7-B16B-A67430AD0C0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C1F9C-543A-8D26-CF69-FB0FAEEDF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3E6DB-C22C-7A2F-9279-8649E2C09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1C24-6E7E-4977-ABA0-3697EC6A9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488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4355-DF44-F5D5-0F2D-6DFE055A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BF773-CDDD-CED6-A324-AF2DF0883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F44A4-AD63-137C-B33C-8658879D7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9CC7-28CF-40B7-B16B-A67430AD0C0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99530-1A23-99BA-28F3-D4A7AAAC0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F290-26D6-8477-BF91-C3DDDDCA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1C24-6E7E-4977-ABA0-3697EC6A9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24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4D503-EFC6-1E1C-65CD-9BD9DFC72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86169-4392-697E-8877-989FE4F35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D3A4E-D242-5108-73AD-0EFBCBEED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9CC7-28CF-40B7-B16B-A67430AD0C0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BBD27-3A07-76B5-9164-4F7781D36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A2775-6209-C329-B7D1-B2AF3117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1C24-6E7E-4977-ABA0-3697EC6A9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879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65EDE-9D6A-2FEE-CDB2-CDAF99E63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F689E-CE05-C90E-9F11-CC7DEF81E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9E7A1-4E27-6FFC-3C59-609AC8B71D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19CC7-28CF-40B7-B16B-A67430AD0C0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FA974-113A-59EF-B316-962A4133C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959B3-2821-684A-912E-A48D55961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F1C24-6E7E-4977-ABA0-3697EC6A9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86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460AA-12AB-F64E-3C39-CE8A35DAE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en-GB" sz="5400" dirty="0"/>
              <a:t>PlagioScan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8B71BE-5D0E-645A-5032-6515E2E0B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688" y="4699115"/>
            <a:ext cx="4036333" cy="1709849"/>
          </a:xfrm>
        </p:spPr>
        <p:txBody>
          <a:bodyPr anchor="b">
            <a:normAutofit/>
          </a:bodyPr>
          <a:lstStyle/>
          <a:p>
            <a:pPr algn="l"/>
            <a:r>
              <a:rPr lang="en-GB" sz="2000" b="1" dirty="0"/>
              <a:t>Presented By:</a:t>
            </a:r>
            <a:br>
              <a:rPr lang="en-GB" sz="2000" dirty="0"/>
            </a:br>
            <a:r>
              <a:rPr lang="en-GB" sz="2000" dirty="0"/>
              <a:t>Kinza Ali</a:t>
            </a:r>
          </a:p>
          <a:p>
            <a:pPr algn="l"/>
            <a:r>
              <a:rPr lang="en-GB" sz="2000" dirty="0"/>
              <a:t>Safia Naseem</a:t>
            </a:r>
          </a:p>
          <a:p>
            <a:pPr algn="l"/>
            <a:r>
              <a:rPr lang="en-GB" sz="2000" dirty="0"/>
              <a:t>Fatima Nawaz</a:t>
            </a:r>
          </a:p>
          <a:p>
            <a:pPr algn="l"/>
            <a:endParaRPr lang="en-GB" sz="2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0CFFFD-626F-0038-0309-16D0310BD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5957597" y="666728"/>
            <a:ext cx="5465791" cy="54657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6DF37B-D3C3-3B2A-FB45-51132C2AE968}"/>
              </a:ext>
            </a:extLst>
          </p:cNvPr>
          <p:cNvSpPr txBox="1"/>
          <p:nvPr/>
        </p:nvSpPr>
        <p:spPr>
          <a:xfrm>
            <a:off x="194560" y="786409"/>
            <a:ext cx="529895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/>
              <a:t>Plagiarism Checker </a:t>
            </a:r>
          </a:p>
          <a:p>
            <a:r>
              <a:rPr lang="en-GB" sz="4400" b="1" dirty="0"/>
              <a:t>For Short Text</a:t>
            </a:r>
          </a:p>
        </p:txBody>
      </p:sp>
    </p:spTree>
    <p:extLst>
      <p:ext uri="{BB962C8B-B14F-4D97-AF65-F5344CB8AC3E}">
        <p14:creationId xmlns:p14="http://schemas.microsoft.com/office/powerpoint/2010/main" val="2794997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1FBC3-13F7-6E6A-8075-1A3A2A425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                               Introduction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818EB-B33F-284D-5151-C9947F021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3200" dirty="0">
                <a:latin typeface="+mj-lt"/>
                <a:cs typeface="Calibri" panose="020F0502020204030204" pitchFamily="34" charset="0"/>
              </a:rPr>
              <a:t>Plagiarism is a major issue in academic and professional writing. Many students unintentionally copy content from online sources.</a:t>
            </a:r>
          </a:p>
          <a:p>
            <a:pPr algn="just"/>
            <a:r>
              <a:rPr lang="en-GB" sz="3200" dirty="0">
                <a:latin typeface="+mj-lt"/>
                <a:cs typeface="Calibri" panose="020F0502020204030204" pitchFamily="34" charset="0"/>
              </a:rPr>
              <a:t>This project introduces </a:t>
            </a:r>
            <a:r>
              <a:rPr lang="en-GB" sz="3200" b="1" dirty="0" err="1">
                <a:latin typeface="+mj-lt"/>
                <a:cs typeface="Calibri" panose="020F0502020204030204" pitchFamily="34" charset="0"/>
              </a:rPr>
              <a:t>PlagioScan</a:t>
            </a:r>
            <a:r>
              <a:rPr lang="en-GB" sz="3200" dirty="0">
                <a:latin typeface="+mj-lt"/>
                <a:cs typeface="Calibri" panose="020F0502020204030204" pitchFamily="34" charset="0"/>
              </a:rPr>
              <a:t>, a tool that detects similarity between short texts using Natural Language Processing (NLP).</a:t>
            </a:r>
          </a:p>
          <a:p>
            <a:pPr algn="just"/>
            <a:r>
              <a:rPr lang="en-GB" sz="3200" dirty="0">
                <a:latin typeface="+mj-lt"/>
                <a:cs typeface="Calibri" panose="020F0502020204030204" pitchFamily="34" charset="0"/>
              </a:rPr>
              <a:t>It helps users identify copied or similar content quickly and efficiently.</a:t>
            </a:r>
          </a:p>
          <a:p>
            <a:pPr algn="just"/>
            <a:endParaRPr lang="en-GB" sz="3200" dirty="0"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399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A063-A3E7-A84B-3BF2-2FD6816B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                     Algorithm /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4024-D5D2-D85A-3E02-C0B481AE0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system uses NLP techniques to detect plagiarism:</a:t>
            </a:r>
          </a:p>
          <a:p>
            <a:r>
              <a:rPr lang="en-GB" dirty="0"/>
              <a:t>• Text is converted into numerical form using </a:t>
            </a:r>
            <a:r>
              <a:rPr lang="en-GB" b="1" dirty="0"/>
              <a:t>TF-IDF (Term Frequency–Inverse Document Frequency)</a:t>
            </a:r>
            <a:br>
              <a:rPr lang="en-GB" dirty="0"/>
            </a:br>
            <a:r>
              <a:rPr lang="en-GB" dirty="0"/>
              <a:t>• Cosine Similarity is used to compare texts</a:t>
            </a:r>
            <a:br>
              <a:rPr lang="en-GB" dirty="0"/>
            </a:br>
            <a:r>
              <a:rPr lang="en-GB" dirty="0"/>
              <a:t>• Similarity score is calculated in percentage</a:t>
            </a:r>
          </a:p>
          <a:p>
            <a:pPr marL="0" indent="0">
              <a:buNone/>
            </a:pPr>
            <a:r>
              <a:rPr lang="en-GB" sz="3200" b="1" dirty="0"/>
              <a:t>   Result:</a:t>
            </a:r>
          </a:p>
          <a:p>
            <a:r>
              <a:rPr lang="en-GB" dirty="0"/>
              <a:t>High similarity → Plagiarism detected </a:t>
            </a:r>
          </a:p>
          <a:p>
            <a:r>
              <a:rPr lang="en-GB" dirty="0"/>
              <a:t>Medium similarity → Partial match </a:t>
            </a:r>
          </a:p>
          <a:p>
            <a:r>
              <a:rPr lang="en-GB" dirty="0"/>
              <a:t>Low similarity → Original content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950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646BFA-C08D-ACC8-7557-958B421AC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" y="376237"/>
            <a:ext cx="10915650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02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687FDC-9ABD-067F-1D9C-714CBDC31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26" y="309037"/>
            <a:ext cx="10837889" cy="636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67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7CA9-4638-2B3D-57AA-B9DAA34F3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                           Target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EB1DE-956E-285F-33EB-3FE25186F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This software is useful for:</a:t>
            </a:r>
          </a:p>
          <a:p>
            <a:pPr marL="0" indent="0">
              <a:buNone/>
            </a:pPr>
            <a:r>
              <a:rPr lang="en-GB" dirty="0"/>
              <a:t>• Students </a:t>
            </a:r>
            <a:br>
              <a:rPr lang="en-GB" dirty="0"/>
            </a:br>
            <a:r>
              <a:rPr lang="en-GB" dirty="0"/>
              <a:t>• Teachers </a:t>
            </a:r>
            <a:br>
              <a:rPr lang="en-GB" dirty="0"/>
            </a:br>
            <a:r>
              <a:rPr lang="en-GB" dirty="0"/>
              <a:t>• Content writers</a:t>
            </a:r>
            <a:br>
              <a:rPr lang="en-GB" dirty="0"/>
            </a:br>
            <a:r>
              <a:rPr lang="en-GB" dirty="0"/>
              <a:t>• Bloggers</a:t>
            </a:r>
          </a:p>
          <a:p>
            <a:r>
              <a:rPr lang="en-GB" dirty="0"/>
              <a:t>It is especially designed for </a:t>
            </a:r>
            <a:r>
              <a:rPr lang="en-GB" b="1" dirty="0"/>
              <a:t>quick checking of short text content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962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756B-AD9B-A302-5F15-6CB8FF9FC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                         Sales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7528B-F7D9-170E-C297-7F3C175B5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  Who will buy it?</a:t>
            </a:r>
          </a:p>
          <a:p>
            <a:pPr marL="0" indent="0">
              <a:buNone/>
            </a:pPr>
            <a:r>
              <a:rPr lang="en-GB" dirty="0"/>
              <a:t>• Schools and universities</a:t>
            </a:r>
            <a:br>
              <a:rPr lang="en-GB" dirty="0"/>
            </a:br>
            <a:r>
              <a:rPr lang="en-GB" dirty="0"/>
              <a:t>• Freelancers and writers</a:t>
            </a:r>
            <a:br>
              <a:rPr lang="en-GB" dirty="0"/>
            </a:br>
            <a:r>
              <a:rPr lang="en-GB" dirty="0"/>
              <a:t>• Educational platforms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  Why will they purchase?</a:t>
            </a:r>
          </a:p>
          <a:p>
            <a:pPr marL="0" indent="0">
              <a:buNone/>
            </a:pPr>
            <a:r>
              <a:rPr lang="en-GB" dirty="0"/>
              <a:t>• Saves time in checking plagiarism</a:t>
            </a:r>
            <a:br>
              <a:rPr lang="en-GB" dirty="0"/>
            </a:br>
            <a:r>
              <a:rPr lang="en-GB" dirty="0"/>
              <a:t>• Easy to use</a:t>
            </a:r>
            <a:br>
              <a:rPr lang="en-GB" dirty="0"/>
            </a:br>
            <a:r>
              <a:rPr lang="en-GB" dirty="0"/>
              <a:t>• Fast and accurate results</a:t>
            </a:r>
            <a:br>
              <a:rPr lang="en-GB" dirty="0"/>
            </a:br>
            <a:r>
              <a:rPr lang="en-GB" dirty="0"/>
              <a:t>• Affordable solution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1396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6D074-2312-5661-50F7-8C5D2292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70A95B47-2012-9A90-6206-2C521B2FF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2700" y="591670"/>
            <a:ext cx="2742004" cy="2742004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7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5034</TotalTime>
  <Words>219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PlagioScan</vt:lpstr>
      <vt:lpstr>                               Introduction</vt:lpstr>
      <vt:lpstr>                      Algorithm / Approach</vt:lpstr>
      <vt:lpstr>PowerPoint Presentation</vt:lpstr>
      <vt:lpstr>PowerPoint Presentation</vt:lpstr>
      <vt:lpstr>                            Target Audience</vt:lpstr>
      <vt:lpstr>                          Sales Perspective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PlagioScan</dc:title>
  <dc:creator>p240514</dc:creator>
  <cp:lastModifiedBy>Kinza Ali</cp:lastModifiedBy>
  <cp:revision>5</cp:revision>
  <dcterms:created xsi:type="dcterms:W3CDTF">2026-05-06T03:49:32Z</dcterms:created>
  <dcterms:modified xsi:type="dcterms:W3CDTF">2026-05-10T19:25:12Z</dcterms:modified>
</cp:coreProperties>
</file>